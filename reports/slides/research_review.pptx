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1/8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Independent study. No exact benchmark reproduction or universal privacy claim.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2/8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57" y="960120"/>
            <a:ext cx="826600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3/8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88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432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SCface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78/26/26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2,851 / 2,860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Camera/distance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four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categorical codes (q=16); MOBIO/FEI/SCface pilots.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PolyProtect: 170 real values (m=5, overlap=2); MOBIO/FEI/SCface pilots.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SCface: mugshot gallery and visible surveillance probes; 9 detection failures, all identities eligible.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What changes between key regimes?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4/8</a:t>
            </a:r>
          </a:p>
        </p:txBody>
      </p:sp>
      <p:pic>
        <p:nvPicPr>
          <p:cNvPr id="4" name="Picture 3" descr="fig_threa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31" y="960120"/>
            <a:ext cx="942925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Key values stay hidden in every regime. Recurring transforms are shared across identity splits.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5/8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73 conditions from 12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6/8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Approved scheme pilots: one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7/8</a:t>
            </a:r>
          </a:p>
        </p:txBody>
      </p:sp>
      <p:pic>
        <p:nvPicPr>
          <p:cNvPr id="4" name="Picture 3" descr="fig_scheme_pi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509" y="960120"/>
            <a:ext cx="8910501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Fresh PolyProtect native top-1: MOBIO 12.73%, FEI 13.73%, SCface 10.66%; separate diagnostic.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Ready to draft; not yet 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8/8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Completed: two added datasets, two new schemes, 24 pilot cells, paired intervals.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108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Before submission: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1. Freeze and authorize staged confirmation; one-seed pilots are not confirmation.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2. Decide whether AgeDB adds enough value for a third added dataset.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3. Approve statistical margins and a multiple-comparison plan.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4. Independently review the corrected theorem and related work.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5. Obtain Sani's scientific and presentation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A/A* is a venue ambition, not an established property or an acceptance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