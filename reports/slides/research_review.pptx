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Hidden keys and repeated biometric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1/8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000" b="0">
                <a:solidFill>
                  <a:srgbClr val="222222"/>
                </a:solidFill>
                <a:latin typeface="Times New Roman"/>
              </a:defRPr>
            </a:pPr>
            <a:r>
              <a:t>Can multiple protected records reveal identity when keys remain hidden?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1064240" cy="283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Fresh independent keys: chance-compatible results in the tested attacks.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Recurring transforms: large gains from multiple same-identity records.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Boundary location changes with the dataset and identity partition.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Independent study. No exact benchmark reproduction or universal privacy claim.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Experimental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2/8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1172" y="960120"/>
            <a:ext cx="8959175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Train on separate identities. Reconstruct an embedding, then link to a held-out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Dataset and protection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3/8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Identities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3716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Train/val/test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Embeddings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Variation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MOBIO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901952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901952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90/30/30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01952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1,799 / 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901952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32304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LFW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32304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432304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75/25/25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32304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1,500 / 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432304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In-the-wild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62656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FEI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962656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62656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120/40/40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962656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2,378 / 2,400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962656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Pose/expression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977639"/>
            <a:ext cx="11064240" cy="1463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BioHash: 128 bits; all three datasets.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MLP-Hash: 512 bits; MOBIO only; paper-specified, not source-exact.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Haar-sign-corrected BioHash: MOBIO implementation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FEI: 22 low-illumination failures; all identities retain a gallery image plus 10 exposures.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What changes between key regimes?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4/8</a:t>
            </a:r>
          </a:p>
        </p:txBody>
      </p:sp>
      <p:pic>
        <p:nvPicPr>
          <p:cNvPr id="4" name="Picture 3" descr="fig_threa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131" y="960120"/>
            <a:ext cx="9429256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Key values stay hidden in every regime. Recurring transforms are shared across identity splits.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All completed key-pool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5/8</a:t>
            </a:r>
          </a:p>
        </p:txBody>
      </p:sp>
      <p:pic>
        <p:nvPicPr>
          <p:cNvPr id="4" name="Picture 3" descr="fig_result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10" y="960120"/>
            <a:ext cx="95123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65 conditions from 11 studies. Missing endpoints stay blank; interval failures remain visible.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Mechanism and correlation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6/8</a:t>
            </a:r>
          </a:p>
        </p:txBody>
      </p:sp>
      <p:pic>
        <p:nvPicPr>
          <p:cNvPr id="4" name="Picture 3" descr="fig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4039"/>
            <a:ext cx="11064240" cy="4004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Slot identifiers are not key values. Coarse and fine correlation sweeps use separate partitions.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Fresh-key endpoints across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7/8</a:t>
            </a:r>
          </a:p>
        </p:txBody>
      </p:sp>
      <p:pic>
        <p:nvPicPr>
          <p:cNvPr id="4" name="Picture 3" descr="fig_fresh_expo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6296"/>
            <a:ext cx="5577840" cy="4265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645920"/>
            <a:ext cx="5394960" cy="3108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BioHash, 10-record mean-pool endpoint: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MOBIO: 3.61% (chance 3.33%)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LFW: 4.00% (chance 4.00%)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FEI: 1.77% (chance 2.50%)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937760"/>
            <a:ext cx="539496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600" b="1">
                <a:solidFill>
                  <a:srgbClr val="222222"/>
                </a:solidFill>
                <a:latin typeface="Times New Roman"/>
              </a:defRPr>
            </a:pPr>
            <a:r>
              <a:t>Chance inclusion is not equivalence.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1">
                <a:solidFill>
                  <a:srgbClr val="222222"/>
                </a:solidFill>
                <a:latin typeface="Times New Roman"/>
              </a:defRPr>
            </a:pPr>
            <a:r>
              <a:t>No universal privacy guarantee.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Ready to draft; not yet ready to submit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8/8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Completed: three datasets, two schemes on MOBIO, reuse and mechanism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3108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Before submission: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1. Approve and obtain the next dataset; approve two additional schemes.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2. Freeze the extension protocol, then run pilots and confirmation.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3. Define equivalence margins; strengthen paired uncertainty analysis.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4. Review theory, finite-key assumptions, norm controls and novelty.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5. Obtain Sani's scientific and presentation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A/A* is a venue ambition, not an established property or an acceptance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Hidden keys and repeated biometric records</dc:title>
  <dc:subject>Research review draft, 2026-09-12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