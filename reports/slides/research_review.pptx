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 Independent-pool follow-up: experiments/pool_replication_2026-09-19; 24 cells, 144 fits, 72 prediction-mean evaluations; source snapshots and input hashes recorded. Three-pool intervals are pointwise, not corrected significance tests. Full-text comparison uses the author's thesis section 5.4.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 Independent-pool follow-up: experiments/pool_replication_2026-09-19; 24 cells, 144 fits, 72 prediction-mean evaluations; source snapshots and input hashes recorded. Three-pool intervals are pointwise, not corrected significance tests. Full-text comparison uses the author's thesis section 5.4.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 Independent-pool follow-up: experiments/pool_replication_2026-09-19; 24 cells, 144 fits, 72 prediction-mean evaluations; source snapshots and input hashes recorded. Three-pool intervals are pointwise, not corrected significance tests. Full-text comparison uses the author's thesis section 5.4.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 Independent-pool follow-up: experiments/pool_replication_2026-09-19; 24 cells, 144 fits, 72 prediction-mean evaluations; source snapshots and input hashes recorded. Three-pool intervals are pointwise, not corrected significance tests. Full-text comparison uses the author's thesis section 5.4.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 Independent-pool follow-up: experiments/pool_replication_2026-09-19; 24 cells, 144 fits, 72 prediction-mean evaluations; source snapshots and input hashes recorded. Three-pool intervals are pointwise, not corrected significance tests. Full-text comparison uses the author's thesis section 5.4.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 Independent-pool follow-up: experiments/pool_replication_2026-09-19; 24 cells, 144 fits, 72 prediction-mean evaluations; source snapshots and input hashes recorded. Three-pool intervals are pointwise, not corrected significance tests. Full-text comparison uses the author's thesis section 5.4.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 Independent-pool follow-up: experiments/pool_replication_2026-09-19; 24 cells, 144 fits, 72 prediction-mean evaluations; source snapshots and input hashes recorded. Three-pool intervals are pointwise, not corrected significance tests. Full-text comparison uses the author's thesis section 5.4.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 Independent-pool follow-up: experiments/pool_replication_2026-09-19; 24 cells, 144 fits, 72 prediction-mean evaluations; source snapshots and input hashes recorded. Three-pool intervals are pointwise, not corrected significance tests. Full-text comparison uses the author's thesis section 5.4.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 Independent-pool follow-up: experiments/pool_replication_2026-09-19; 24 cells, 144 fits, 72 prediction-mean evaluations; source snapshots and input hashes recorded. Three-pool intervals are pointwise, not corrected significance tests. Full-text comparison uses the author's thesis section 5.4.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 Independent-pool follow-up: experiments/pool_replication_2026-09-19; 24 cells, 144 fits, 72 prediction-mean evaluations; source snapshots and input hashes recorded. Three-pool intervals are pointwise, not corrected significance tests. Full-text comparison uses the author's thesis section 5.4.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 Independent-pool follow-up: experiments/pool_replication_2026-09-19; 24 cells, 144 fits, 72 prediction-mean evaluations; source snapshots and input hashes recorded. Three-pool intervals are pointwise, not corrected significance tests. Full-text comparison uses the author's thesis section 5.4.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 Independent-pool follow-up: experiments/pool_replication_2026-09-19; 24 cells, 144 fits, 72 prediction-mean evaluations; source snapshots and input hashes recorded. Three-pool intervals are pointwise, not corrected significance tests. Full-text comparison uses the author's thesis section 5.4.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Hidden keys and repeated biometric records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19 September 2026 | 1/12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000" b="0">
                <a:solidFill>
                  <a:srgbClr val="222222"/>
                </a:solidFill>
                <a:latin typeface="Times New Roman"/>
              </a:defRPr>
            </a:pPr>
            <a:r>
              <a:t>Can multiple protected records reveal identity when keys remain hidden?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11064240" cy="2834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Fresh-key learned attacks: uncertainty remains; no equivalence claim.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Recurring transforms: large gains from multiple same-identity records.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Pool draws matter; a simple prediction-mean baseline is competitive.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MOBIO/FEI: 216 earlier trained endpoints; 144 new fits plus 72 prediction-mean evaluations.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Experimental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19 September 2026 | 2/12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7757" y="960120"/>
            <a:ext cx="8266004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Train on separate identities. Reconstruct an embedding, then link to a held-out gallery.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Dataset and protection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19 September 2026 | 3/12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3716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Identities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3716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Train/val/test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Embeddings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Variation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MOBIO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8288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8288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90/30/30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1,799 / 1,800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8288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Sessions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860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LFW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2860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2860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75/25/25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860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1,500 / 1,500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860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In-the-wild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7432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FEI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7432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7432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120/40/40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7432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2,378 / 2,400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7432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Pose/expression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004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SCface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2004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78/26/26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2004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2,851 / 2,860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2004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Camera/distance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794760"/>
            <a:ext cx="11064240" cy="1691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BioHash: 128 bits; four datasets; includes a Haar-sign control on MOBIO.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MLP-Hash: 512 bits; MOBIO; paper-specified, not source-exact.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IoM-GRP: 300 codes (q=16); PolyProtect: 170 reals (m=5, overlap=2).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Both: MOBIO/FEI three-seed, two-partition follow-up; SCface one-seed pilots.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SCface: mugshot gallery and visible surveillance probes; 9 detection failures, all identities eligible.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Set reconstruction and gallery linkage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19 September 2026 | 4/12</a:t>
            </a:r>
          </a:p>
        </p:txBody>
      </p:sp>
      <p:pic>
        <p:nvPicPr>
          <p:cNvPr id="4" name="Picture 3" descr="fig_attack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798" y="960120"/>
            <a:ext cx="804192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Two aggregation paths; shared training objective; held-out identity linkage. Key values remain hidden.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Earlier three-seed key-pool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19 September 2026 | 5/12</a:t>
            </a:r>
          </a:p>
        </p:txBody>
      </p:sp>
      <p:pic>
        <p:nvPicPr>
          <p:cNvPr id="4" name="Picture 3" descr="fig_result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610" y="960120"/>
            <a:ext cx="951230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73 conditions from 12 earlier studies. New one-seed pilots are reported separately.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Mechanism and correlation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19 September 2026 | 6/12</a:t>
            </a:r>
          </a:p>
        </p:txBody>
      </p:sp>
      <p:pic>
        <p:nvPicPr>
          <p:cNvPr id="4" name="Picture 3" descr="fig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04039"/>
            <a:ext cx="11064240" cy="4004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Slot identifiers are not key values. Coarse and fine correlation sweeps use separate partitions.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Replicated multi-record amplification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19 September 2026 | 7/12</a:t>
            </a:r>
          </a:p>
        </p:txBody>
      </p:sp>
      <p:pic>
        <p:nvPicPr>
          <p:cNvPr id="4" name="Picture 3" descr="fig_followup_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118" y="960120"/>
            <a:ext cx="10273284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MOBIO / FEI; IoM-GRP / PolyProtect; 3 model seeds x 2 identity partitions; matched 120-epoch caps.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Native linkage and radial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19 September 2026 | 8/12</a:t>
            </a:r>
          </a:p>
        </p:txBody>
      </p:sp>
      <p:pic>
        <p:nvPicPr>
          <p:cNvPr id="4" name="Picture 3" descr="fig_followup_native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82544"/>
            <a:ext cx="11064240" cy="4847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Protected-gallery matching is distinct from learned linkage. Radial sensitivity does not establish natural norm leakage.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Genuine raw-input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19 September 2026 | 9/12</a:t>
            </a:r>
          </a:p>
        </p:txBody>
      </p:sp>
      <p:pic>
        <p:nvPicPr>
          <p:cNvPr id="4" name="Picture 3" descr="fig_native_norm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82544"/>
            <a:ext cx="11064240" cy="4847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4,177 raw extractions verified. Separate scalar and SciPy checks reproduce native matching; stronger parameter policies remain untested.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Failure analysis: aggregation is not always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19 September 2026 | 10/12</a:t>
            </a:r>
          </a:p>
        </p:txBody>
      </p:sp>
      <p:pic>
        <p:nvPicPr>
          <p:cNvPr id="4" name="Picture 3" descr="fig_followup_fail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836" y="960120"/>
            <a:ext cx="10071847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Original primary family unchanged. All 48 contrasts, including significant losses, are reported separately from historical exploration.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Four datasets, distinct evidence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19 September 2026 | 11/12</a:t>
            </a:r>
          </a:p>
        </p:txBody>
      </p:sp>
      <p:pic>
        <p:nvPicPr>
          <p:cNvPr id="4" name="Picture 3" descr="fig_dataset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091" y="960120"/>
            <a:ext cx="10701337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SCface remains supporting cross-camera evidence, not matched new-scheme confirmation. Missing cells are not zero accuracy.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Independent pools and a matched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19 September 2026 | 12/12</a:t>
            </a:r>
          </a:p>
        </p:txBody>
      </p:sp>
      <p:pic>
        <p:nvPicPr>
          <p:cNvPr id="4" name="Picture 3" descr="fig_pool_re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871" y="960120"/>
            <a:ext cx="9691777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Three new pool draws: IoM gains persist; PolyProtect is variable. Input-pooling superiority is not established.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Hidden keys and repeated biometric records</dc:title>
  <dc:subject>Research review draft, 2026-09-19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