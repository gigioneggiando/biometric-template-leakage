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Hidden keys and repeated biometric records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1/8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000" b="0">
                <a:solidFill>
                  <a:srgbClr val="222222"/>
                </a:solidFill>
                <a:latin typeface="Times New Roman"/>
              </a:defRPr>
            </a:pPr>
            <a:r>
              <a:t>Can multiple protected records reveal identity when keys remain hidden?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11064240" cy="2834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Fresh-key learned attacks: uncertainty remains; no equivalence claim.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Recurring transforms: large gains from multiple same-identity records.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Boundary location changes with the dataset and identity partition.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Independent study. No exact benchmark reproduction or universal privacy claim.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Experimental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2/8</a:t>
            </a:r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1172" y="960120"/>
            <a:ext cx="8959175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Train on separate identities. Reconstruct an embedding, then link to a held-out gallery.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Dataset and protection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3/8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3716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Identities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3716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Train/val/test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3716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Embeddings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716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Variation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MOBIO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8288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8288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90/30/30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1,799 / 1,800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8288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Sessions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860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LFW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2860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2860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75/25/25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860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1,500 / 1,500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860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In-the-wild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7432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FEI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7432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7432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120/40/40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7432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2,378 / 2,400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7432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Pose/expression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2004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SCface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2004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78/26/26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2004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2,851 / 2,860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2004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Camera/distance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794760"/>
            <a:ext cx="11064240" cy="1691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BioHash: 128 bits; four datasets; includes a Haar-sign control on MOBIO.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MLP-Hash: 512 bits; MOBIO; paper-specified, not source-exact.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IoM-GRP: 300 categorical codes (q=16); MOBIO/FEI/SCface pilots.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PolyProtect: 170 real values (m=5, overlap=2); MOBIO/FEI/SCface pilots.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SCface: mugshot gallery and visible surveillance probes; 9 detection failures, all identities eligible.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What changes between key regimes?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4/8</a:t>
            </a:r>
          </a:p>
        </p:txBody>
      </p:sp>
      <p:pic>
        <p:nvPicPr>
          <p:cNvPr id="4" name="Picture 3" descr="fig_threat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131" y="960120"/>
            <a:ext cx="9429256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Key values stay hidden in every regime. Recurring transforms are shared across identity splits.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Earlier three-seed key-pool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5/8</a:t>
            </a:r>
          </a:p>
        </p:txBody>
      </p:sp>
      <p:pic>
        <p:nvPicPr>
          <p:cNvPr id="4" name="Picture 3" descr="fig_result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610" y="960120"/>
            <a:ext cx="951230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73 conditions from 12 earlier studies. New one-seed pilots are reported separately.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Mechanism and correlation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6/8</a:t>
            </a:r>
          </a:p>
        </p:txBody>
      </p:sp>
      <p:pic>
        <p:nvPicPr>
          <p:cNvPr id="4" name="Picture 3" descr="fig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04039"/>
            <a:ext cx="11064240" cy="4004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Slot identifiers are not key values. Coarse and fine correlation sweeps use separate partitions.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Approved scheme pilots: one seed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7/8</a:t>
            </a:r>
          </a:p>
        </p:txBody>
      </p:sp>
      <p:pic>
        <p:nvPicPr>
          <p:cNvPr id="4" name="Picture 3" descr="fig_scheme_pi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509" y="960120"/>
            <a:ext cx="8910501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Fresh PolyProtect native top-1: MOBIO 12.73%, FEI 13.73%, SCface 10.66%; separate diagnostic.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Ready to draft; not yet ready to submit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8/8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Completed: two added datasets, two new schemes, 24 pilot cells, paired intervals.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1064240" cy="3108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Before submission: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1. Freeze and authorize staged confirmation; one-seed pilots are not confirmation.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2. Decide whether AgeDB adds enough value for a third added dataset.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3. Approve statistical margins and a multiple-comparison plan.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4. Independently review the corrected theorem and related work.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5. Obtain Sani's scientific and presentation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A/A* is a venue ambition, not an established property or an acceptance prediction.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Hidden keys and repeated biometric records</dc:title>
  <dc:subject>Research review draft, 2026-09-18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