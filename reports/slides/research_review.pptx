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One-seed CPU pilots, 120-epoch cap; not a controlled ranking against earlier 400-epoch, three-seed studies. See figure_appendix.pdf for all figures, including native matching and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1/8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Independent study. No exact benchmark reproduction or universal privacy claim.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2/8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1172" y="960120"/>
            <a:ext cx="8959175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3/8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01952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01952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01952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901952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32304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32304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432304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32304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432304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962656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962656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62656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962656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962656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three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categorical codes (q=16); MOBIO/FEI pilots.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PolyProtect: 170 real values (m=5, overlap=2); MOBIO/FEI pilots.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FEI: 22 low-illumination failures; all identities retain a gallery image plus 10 exposures.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What changes between key regimes?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4/8</a:t>
            </a:r>
          </a:p>
        </p:txBody>
      </p:sp>
      <p:pic>
        <p:nvPicPr>
          <p:cNvPr id="4" name="Picture 3" descr="fig_threa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131" y="960120"/>
            <a:ext cx="942925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Key values stay hidden in every regime. Recurring transforms are shared across identity splits.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5/8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65 conditions from 11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6/8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Approved scheme pilots: one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7/8</a:t>
            </a:r>
          </a:p>
        </p:txBody>
      </p:sp>
      <p:pic>
        <p:nvPicPr>
          <p:cNvPr id="4" name="Picture 3" descr="fig_scheme_pi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877" y="960120"/>
            <a:ext cx="6289765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Fresh PolyProtect native matching: MOBIO 12.73%, FEI 13.73%; separate task, not a privacy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Ready to draft; not yet 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12 September 2026 | 8/8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Completed: two new schemes, 16 pilot cells, paired intervals, per-seed results.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108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Before submission: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1. Obtain authorized access to the next dataset.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2. Authorize staged confirmation; one-seed pilots are not confirmation.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3. Approve statistical margins and a multiple-comparison plan.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4. Independently review the corrected theorem and related work.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Times New Roman"/>
              </a:defRPr>
            </a:pPr>
            <a:r>
              <a:t>5. Obtain Sani's scientific and presentation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A/A* is a venue ambition, not an established property or an acceptance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2026-09-12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